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/>
              <a:t>Object Oriented Programming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Getting Started with Classes and Constructors (__init__)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 with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A class is a blueprint for creating objects.</a:t>
            </a:r>
          </a:p>
          <a:p>
            <a:pPr marL="0" indent="0">
              <a:buNone/>
            </a:pPr>
            <a:r>
              <a:t>• Objects represent real-world entities (like a student).</a:t>
            </a:r>
          </a:p>
          <a:p>
            <a:pPr marL="0" indent="0">
              <a:buNone/>
            </a:pPr>
            <a:r>
              <a:t>• Each object has its own attributes (data).</a:t>
            </a:r>
          </a:p>
          <a:p>
            <a:pPr marL="0" indent="0">
              <a:buNone/>
            </a:pPr>
            <a:r>
              <a:t>• Example: A Student class can store name, ID, and grades.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a Simple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class Student:</a:t>
            </a:r>
          </a:p>
          <a:p>
            <a:pPr marL="0" indent="0">
              <a:buNone/>
            </a:pPr>
            <a:r>
              <a:t>    pass</a:t>
            </a:r>
          </a:p>
          <a:p/>
          <a:p>
            <a:pPr marL="0" indent="0">
              <a:buNone/>
            </a:pPr>
            <a:r>
              <a:t>student1 = Student()</a:t>
            </a:r>
          </a:p>
          <a:p>
            <a:pPr marL="0" indent="0">
              <a:buNone/>
            </a:pPr>
            <a:r>
              <a:t>student2 = Student()</a:t>
            </a:r>
          </a:p>
          <a:p/>
          <a:p>
            <a:pPr marL="0" indent="0">
              <a:buNone/>
            </a:pPr>
            <a:r>
              <a:t>• Defines a Student class with no attributes yet.</a:t>
            </a:r>
          </a:p>
          <a:p>
            <a:pPr marL="0" indent="0">
              <a:buNone/>
            </a:pPr>
            <a:r>
              <a:t>• student1 and student2 are different objects.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Constructor (__init__)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The __init__ method is Python's constructor.</a:t>
            </a:r>
            <a:endParaRPr sz="2000"/>
          </a:p>
          <a:p>
            <a:r>
              <a:rPr sz="2000"/>
              <a:t>Called automatically when a new object is created.</a:t>
            </a:r>
            <a:endParaRPr sz="2000"/>
          </a:p>
          <a:p>
            <a:r>
              <a:rPr sz="2000"/>
              <a:t>Used to initialize attributes of the object.</a:t>
            </a:r>
            <a:endParaRPr sz="2000"/>
          </a:p>
          <a:p>
            <a:endParaRPr sz="2000"/>
          </a:p>
          <a:p>
            <a:pPr marL="0" indent="0">
              <a:buNone/>
            </a:pPr>
            <a:r>
              <a:rPr sz="2000"/>
              <a:t>Example:</a:t>
            </a:r>
            <a:endParaRPr sz="2000"/>
          </a:p>
          <a:p>
            <a:pPr marL="0" indent="0">
              <a:buNone/>
            </a:pPr>
            <a:endParaRPr sz="2000"/>
          </a:p>
          <a:p>
            <a:pPr marL="0" indent="0">
              <a:buNone/>
            </a:pPr>
            <a:r>
              <a:rPr sz="2000"/>
              <a:t>class Student:</a:t>
            </a:r>
            <a:endParaRPr sz="2000"/>
          </a:p>
          <a:p>
            <a:pPr marL="0" indent="0">
              <a:buNone/>
            </a:pPr>
            <a:r>
              <a:rPr sz="2000"/>
              <a:t>    def __init__(self, name, student_id):</a:t>
            </a:r>
            <a:endParaRPr sz="2000"/>
          </a:p>
          <a:p>
            <a:pPr marL="0" indent="0">
              <a:buNone/>
            </a:pPr>
            <a:r>
              <a:rPr sz="2000"/>
              <a:t>        self.name = name</a:t>
            </a:r>
            <a:endParaRPr sz="2000"/>
          </a:p>
          <a:p>
            <a:pPr marL="0" indent="0">
              <a:buNone/>
            </a:pPr>
            <a:r>
              <a:rPr sz="2000"/>
              <a:t>        self.student_id = student_id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the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student1 = Student('Alice', 'S123')</a:t>
            </a:r>
          </a:p>
          <a:p>
            <a:pPr marL="0" indent="0">
              <a:buNone/>
            </a:pPr>
            <a:r>
              <a:t>student2 = Student('Bob', 'S456')</a:t>
            </a:r>
          </a:p>
          <a:p/>
          <a:p>
            <a:pPr marL="0" indent="0">
              <a:buNone/>
            </a:pPr>
            <a:r>
              <a:t>print(student1.name)  # Alice</a:t>
            </a:r>
          </a:p>
          <a:p>
            <a:pPr marL="0" indent="0">
              <a:buNone/>
            </a:pPr>
            <a:r>
              <a:t>print(student2.name)  # Bob</a:t>
            </a:r>
          </a:p>
          <a:p/>
          <a:p>
            <a:pPr marL="0" indent="0">
              <a:buNone/>
            </a:pPr>
            <a:r>
              <a:t>• Each object is initialized with its own data.</a:t>
            </a:r>
          </a:p>
          <a:p>
            <a:pPr marL="0" indent="0">
              <a:buNone/>
            </a:pPr>
            <a:r>
              <a:t>• 'self' refers to the current object.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A class is a blueprint for creating objects.</a:t>
            </a:r>
          </a:p>
          <a:p>
            <a:pPr marL="0" indent="0">
              <a:buNone/>
            </a:pPr>
            <a:r>
              <a:t>• The __init__ constructor sets initial values for an object.</a:t>
            </a:r>
          </a:p>
          <a:p>
            <a:pPr marL="0" indent="0">
              <a:buNone/>
            </a:pPr>
            <a:r>
              <a:t>• 'self' connects data to the specific object.</a:t>
            </a:r>
          </a:p>
          <a:p>
            <a:pPr marL="0" indent="0">
              <a:buNone/>
            </a:pPr>
            <a:r>
              <a:t>• Multiple objects can be created from one class, each with unique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Output Example: Creating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Code:</a:t>
            </a:r>
            <a:endParaRPr sz="2400"/>
          </a:p>
          <a:p>
            <a:pPr marL="0" indent="0">
              <a:buNone/>
            </a:pPr>
            <a:r>
              <a:rPr sz="2400"/>
              <a:t>student1 = Student('Alice', 'S123')</a:t>
            </a:r>
            <a:endParaRPr sz="2400"/>
          </a:p>
          <a:p>
            <a:pPr marL="0" indent="0">
              <a:buNone/>
            </a:pPr>
            <a:r>
              <a:rPr sz="2400"/>
              <a:t>student2 = Student('Bob', 'S456')</a:t>
            </a:r>
            <a:endParaRPr sz="2400"/>
          </a:p>
          <a:p>
            <a:endParaRPr sz="2400"/>
          </a:p>
          <a:p>
            <a:pPr marL="0" indent="0">
              <a:buNone/>
            </a:pPr>
            <a:r>
              <a:rPr sz="2400"/>
              <a:t>print(student1.name)</a:t>
            </a:r>
            <a:endParaRPr sz="2400"/>
          </a:p>
          <a:p>
            <a:pPr marL="0" indent="0">
              <a:buNone/>
            </a:pPr>
            <a:r>
              <a:rPr sz="2400"/>
              <a:t>print(student2.name)</a:t>
            </a:r>
            <a:endParaRPr sz="2400"/>
          </a:p>
          <a:p>
            <a:endParaRPr sz="2400"/>
          </a:p>
          <a:p>
            <a:pPr marL="0" indent="0">
              <a:buNone/>
            </a:pPr>
            <a:r>
              <a:rPr sz="2400"/>
              <a:t>Output:</a:t>
            </a:r>
            <a:endParaRPr sz="2400"/>
          </a:p>
          <a:p>
            <a:pPr marL="0" indent="0">
              <a:buNone/>
            </a:pPr>
            <a:r>
              <a:rPr sz="2400"/>
              <a:t>Alice</a:t>
            </a:r>
            <a:endParaRPr sz="2400"/>
          </a:p>
          <a:p>
            <a:pPr marL="0" indent="0">
              <a:buNone/>
            </a:pPr>
            <a:r>
              <a:rPr sz="2400"/>
              <a:t>Bob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Output Example: Constructor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sz="2800"/>
              <a:t>Code:</a:t>
            </a:r>
            <a:endParaRPr sz="2800"/>
          </a:p>
          <a:p>
            <a:pPr marL="0" indent="0">
              <a:buNone/>
            </a:pPr>
            <a:r>
              <a:rPr sz="2800"/>
              <a:t>class Student:</a:t>
            </a:r>
            <a:endParaRPr sz="2800"/>
          </a:p>
          <a:p>
            <a:pPr marL="0" indent="0">
              <a:buNone/>
            </a:pPr>
            <a:r>
              <a:rPr sz="2800"/>
              <a:t>    def __init__(self, name, student_id):</a:t>
            </a:r>
            <a:endParaRPr sz="2800"/>
          </a:p>
          <a:p>
            <a:pPr marL="0" indent="0">
              <a:buNone/>
            </a:pPr>
            <a:r>
              <a:rPr sz="2800"/>
              <a:t>        self.name = name</a:t>
            </a:r>
            <a:endParaRPr sz="2800"/>
          </a:p>
          <a:p>
            <a:pPr marL="0" indent="0">
              <a:buNone/>
            </a:pPr>
            <a:r>
              <a:rPr sz="2800"/>
              <a:t>        self.student_id = student_id</a:t>
            </a:r>
            <a:endParaRPr sz="2800"/>
          </a:p>
          <a:p>
            <a:endParaRPr sz="2800"/>
          </a:p>
          <a:p>
            <a:pPr marL="0" indent="0">
              <a:buNone/>
            </a:pPr>
            <a:r>
              <a:rPr sz="2800"/>
              <a:t>student = Student('Charlie', 'S789')</a:t>
            </a:r>
            <a:endParaRPr sz="2800"/>
          </a:p>
          <a:p>
            <a:pPr marL="0" indent="0">
              <a:buNone/>
            </a:pPr>
            <a:r>
              <a:rPr sz="2800"/>
              <a:t>print(student.name)</a:t>
            </a:r>
            <a:endParaRPr sz="2800"/>
          </a:p>
          <a:p>
            <a:pPr marL="0" indent="0">
              <a:buNone/>
            </a:pPr>
            <a:r>
              <a:rPr sz="2800"/>
              <a:t>print(student.student_id)</a:t>
            </a:r>
            <a:endParaRPr sz="2800"/>
          </a:p>
          <a:p>
            <a:endParaRPr sz="2800"/>
          </a:p>
          <a:p>
            <a:pPr marL="0" indent="0">
              <a:buNone/>
            </a:pPr>
            <a:r>
              <a:rPr sz="2800"/>
              <a:t>Output</a:t>
            </a:r>
            <a:r>
              <a:t>:</a:t>
            </a:r>
          </a:p>
          <a:p>
            <a:pPr marL="0" indent="0">
              <a:buNone/>
            </a:pPr>
            <a:r>
              <a:t>Charlie</a:t>
            </a:r>
          </a:p>
          <a:p>
            <a:pPr marL="0" indent="0">
              <a:buNone/>
            </a:pPr>
            <a:r>
              <a:t>S789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1676</Words>
  <Application>WPS Presentation</Application>
  <PresentationFormat>On-screen Show (4:3)</PresentationFormat>
  <Paragraphs>82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SimSun</vt:lpstr>
      <vt:lpstr>Wingdings</vt:lpstr>
      <vt:lpstr>Microsoft YaHei</vt:lpstr>
      <vt:lpstr>Arial Unicode MS</vt:lpstr>
      <vt:lpstr>Calibri</vt:lpstr>
      <vt:lpstr>Blue Waves</vt:lpstr>
      <vt:lpstr>Object Oriented Programming</vt:lpstr>
      <vt:lpstr>Getting Started with Classes</vt:lpstr>
      <vt:lpstr>Defining a Simple Class</vt:lpstr>
      <vt:lpstr>The Constructor (__init__)</vt:lpstr>
      <vt:lpstr>Using the Constructor</vt:lpstr>
      <vt:lpstr>Key Takeaways</vt:lpstr>
      <vt:lpstr>Code Output Example: Creating Objects</vt:lpstr>
      <vt:lpstr>Code Output Example: Constructor in Action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masil</cp:lastModifiedBy>
  <cp:revision>5</cp:revision>
  <dcterms:created xsi:type="dcterms:W3CDTF">2013-01-27T09:14:00Z</dcterms:created>
  <dcterms:modified xsi:type="dcterms:W3CDTF">2025-08-27T07:46:34Z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C18ED4CED9DD4E07B27E2CD4107CC7B8_12</vt:lpwstr>
  </property>
  <property fmtid="{D5CDD505-2E9C-101B-9397-08002B2CF9AE}" pid="3" name="KSOProductBuildVer">
    <vt:lpwstr>1033-12.2.0.22222</vt:lpwstr>
  </property>
</Properties>
</file>